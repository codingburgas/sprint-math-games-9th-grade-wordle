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8"/>
      <p:bold r:id="rId9"/>
      <p:italic r:id="rId10"/>
      <p:boldItalic r:id="rId11"/>
    </p:embeddedFont>
    <p:embeddedFont>
      <p:font typeface="Segoe UI Light" panose="020B0502040204020203" pitchFamily="34" charset="0"/>
      <p:regular r:id="rId12"/>
      <p:italic r:id="rId13"/>
    </p:embeddedFont>
    <p:embeddedFont>
      <p:font typeface="Wingdings 3" panose="05040102010807070707" pitchFamily="18" charset="2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E06F89-0E58-4D7E-81A5-FB3C07B9ECCA}">
  <a:tblStyle styleId="{D1E06F89-0E58-4D7E-81A5-FB3C07B9EC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373AE89-77F9-4A97-BDCA-2A0D0446A4D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3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5263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96197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84379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0452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8750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1946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58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5803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3443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14100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9306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254555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85458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690382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9395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76159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95966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267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AE9EA-4D5A-6E74-7058-E3D9CFAAC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297" y="936047"/>
            <a:ext cx="3271405" cy="3271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08DBC5-7C8C-4CE9-952A-502BA5662E94}"/>
              </a:ext>
            </a:extLst>
          </p:cNvPr>
          <p:cNvSpPr txBox="1"/>
          <p:nvPr/>
        </p:nvSpPr>
        <p:spPr>
          <a:xfrm>
            <a:off x="0" y="-95897"/>
            <a:ext cx="914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Team</a:t>
            </a:r>
            <a:endParaRPr lang="bg-BG" sz="6600" b="1" dirty="0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89762-AA29-4580-8336-EF08D00EA840}"/>
              </a:ext>
            </a:extLst>
          </p:cNvPr>
          <p:cNvSpPr txBox="1"/>
          <p:nvPr/>
        </p:nvSpPr>
        <p:spPr>
          <a:xfrm>
            <a:off x="2233280" y="4238314"/>
            <a:ext cx="2028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Янко Янев:</a:t>
            </a:r>
            <a:b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Designer</a:t>
            </a:r>
            <a:endParaRPr lang="bg-BG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1710B8-0C91-4791-AC71-18C251FC9459}"/>
              </a:ext>
            </a:extLst>
          </p:cNvPr>
          <p:cNvSpPr txBox="1"/>
          <p:nvPr/>
        </p:nvSpPr>
        <p:spPr>
          <a:xfrm>
            <a:off x="6677889" y="2063919"/>
            <a:ext cx="2799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Филип Филипов:</a:t>
            </a:r>
            <a:br>
              <a:rPr lang="bg-BG" b="1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Back-End Developer</a:t>
            </a:r>
            <a:endParaRPr lang="bg-BG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CF733E-15F1-44BE-95FB-4C5393EE0FC9}"/>
              </a:ext>
            </a:extLst>
          </p:cNvPr>
          <p:cNvSpPr txBox="1"/>
          <p:nvPr/>
        </p:nvSpPr>
        <p:spPr>
          <a:xfrm>
            <a:off x="5739597" y="4162179"/>
            <a:ext cx="2736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Николай Иванов:</a:t>
            </a:r>
            <a:br>
              <a:rPr lang="bg-BG" b="1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Front-End Developer</a:t>
            </a:r>
            <a:endParaRPr lang="bg-BG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1203E-D0BA-4084-B9B7-236ED9778FFF}"/>
              </a:ext>
            </a:extLst>
          </p:cNvPr>
          <p:cNvSpPr txBox="1"/>
          <p:nvPr/>
        </p:nvSpPr>
        <p:spPr>
          <a:xfrm>
            <a:off x="208560" y="2144411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Тодор Нешев:</a:t>
            </a:r>
            <a:br>
              <a:rPr lang="bg-BG" b="1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Scrum Trainer</a:t>
            </a:r>
            <a:endParaRPr lang="bg-BG" b="1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" name="Picture 3" descr="A child with a white shirt and green lanyard&#10;&#10;AI-generated content may be incorrect.">
            <a:extLst>
              <a:ext uri="{FF2B5EF4-FFF2-40B4-BE49-F238E27FC236}">
                <a16:creationId xmlns:a16="http://schemas.microsoft.com/office/drawing/2014/main" id="{E0E10AE6-C5C1-E105-8C14-6B7116358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653" y="2873706"/>
            <a:ext cx="1288473" cy="128847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5E98A6A-5F61-7A23-F3A2-DA08FA27E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931" y="2949841"/>
            <a:ext cx="1288473" cy="1288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child in a blue shirt&#10;&#10;AI-generated content may be incorrect.">
            <a:extLst>
              <a:ext uri="{FF2B5EF4-FFF2-40B4-BE49-F238E27FC236}">
                <a16:creationId xmlns:a16="http://schemas.microsoft.com/office/drawing/2014/main" id="{17133400-00EC-46DF-D6F5-83B51F58F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88" y="791141"/>
            <a:ext cx="1288472" cy="1288472"/>
          </a:xfrm>
          <a:prstGeom prst="rect">
            <a:avLst/>
          </a:prstGeom>
        </p:spPr>
      </p:pic>
      <p:pic>
        <p:nvPicPr>
          <p:cNvPr id="12" name="Picture 11" descr="A child in a blue shirt&#10;&#10;AI-generated content may be incorrect.">
            <a:extLst>
              <a:ext uri="{FF2B5EF4-FFF2-40B4-BE49-F238E27FC236}">
                <a16:creationId xmlns:a16="http://schemas.microsoft.com/office/drawing/2014/main" id="{7A72F2CB-E693-4F7D-BD11-E1BCA14B67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5034" y="805560"/>
            <a:ext cx="1288473" cy="128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49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06BF1F41-FB91-103E-68B6-DA5D82124DEE}"/>
              </a:ext>
            </a:extLst>
          </p:cNvPr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Our idea</a:t>
            </a:r>
            <a:endParaRPr lang="bg-BG" sz="4800" b="1" dirty="0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779A12EE-1A8A-BCCB-D41D-5E03767E2397}"/>
              </a:ext>
            </a:extLst>
          </p:cNvPr>
          <p:cNvSpPr txBox="1"/>
          <p:nvPr/>
        </p:nvSpPr>
        <p:spPr>
          <a:xfrm>
            <a:off x="1371600" y="1226532"/>
            <a:ext cx="611392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Segoe UI Light" panose="020B0502040204020203" pitchFamily="34" charset="0"/>
                <a:ea typeface="SF Pro Display" pitchFamily="2" charset="0"/>
                <a:cs typeface="Segoe UI Light" panose="020B0502040204020203" pitchFamily="34" charset="0"/>
              </a:rPr>
              <a:t>Our idea is to create four simple word and math games using the C++ programming language, aiming to develop something fun and engaging that also offers an opportunity to learn.</a:t>
            </a:r>
            <a:endParaRPr lang="en-BG" sz="2800" b="1" dirty="0">
              <a:solidFill>
                <a:schemeClr val="tx2">
                  <a:lumMod val="20000"/>
                  <a:lumOff val="80000"/>
                </a:schemeClr>
              </a:solidFill>
              <a:latin typeface="Segoe UI Light" panose="020B0502040204020203" pitchFamily="34" charset="0"/>
              <a:ea typeface="SF Pro Display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27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33A41A1C-8A2C-0408-E025-4EA073CA00BE}"/>
              </a:ext>
            </a:extLst>
          </p:cNvPr>
          <p:cNvSpPr txBox="1"/>
          <p:nvPr/>
        </p:nvSpPr>
        <p:spPr>
          <a:xfrm>
            <a:off x="0" y="0"/>
            <a:ext cx="91439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Technologies</a:t>
            </a:r>
          </a:p>
        </p:txBody>
      </p:sp>
      <p:pic>
        <p:nvPicPr>
          <p:cNvPr id="8" name="Picture 20">
            <a:extLst>
              <a:ext uri="{FF2B5EF4-FFF2-40B4-BE49-F238E27FC236}">
                <a16:creationId xmlns:a16="http://schemas.microsoft.com/office/drawing/2014/main" id="{7C17D032-ACFB-B36C-3DF7-9B90914FE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08" y="771139"/>
            <a:ext cx="1615440" cy="1615440"/>
          </a:xfrm>
          <a:prstGeom prst="rect">
            <a:avLst/>
          </a:prstGeom>
        </p:spPr>
      </p:pic>
      <p:pic>
        <p:nvPicPr>
          <p:cNvPr id="9" name="Picture 13">
            <a:extLst>
              <a:ext uri="{FF2B5EF4-FFF2-40B4-BE49-F238E27FC236}">
                <a16:creationId xmlns:a16="http://schemas.microsoft.com/office/drawing/2014/main" id="{0F2291B7-D637-81A5-BB87-CB355DA2F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1813" y="812583"/>
            <a:ext cx="1615440" cy="161544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F2C6130D-3ABC-5A16-55B8-36C82D873CA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23" r="19202"/>
          <a:stretch/>
        </p:blipFill>
        <p:spPr>
          <a:xfrm>
            <a:off x="721256" y="3572507"/>
            <a:ext cx="1561895" cy="1426835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60759A90-6CD3-8CEA-5FDC-6044CB5AE7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154" y="3423949"/>
            <a:ext cx="1719551" cy="1719551"/>
          </a:xfrm>
          <a:prstGeom prst="rect">
            <a:avLst/>
          </a:prstGeom>
        </p:spPr>
      </p:pic>
      <p:pic>
        <p:nvPicPr>
          <p:cNvPr id="12" name="Picture 14">
            <a:extLst>
              <a:ext uri="{FF2B5EF4-FFF2-40B4-BE49-F238E27FC236}">
                <a16:creationId xmlns:a16="http://schemas.microsoft.com/office/drawing/2014/main" id="{3739D245-6ADB-8A95-F2F5-EE367AFF81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51" y="817540"/>
            <a:ext cx="1335841" cy="1501538"/>
          </a:xfrm>
          <a:prstGeom prst="rect">
            <a:avLst/>
          </a:prstGeom>
        </p:spPr>
      </p:pic>
      <p:pic>
        <p:nvPicPr>
          <p:cNvPr id="14" name="Picture 34">
            <a:extLst>
              <a:ext uri="{FF2B5EF4-FFF2-40B4-BE49-F238E27FC236}">
                <a16:creationId xmlns:a16="http://schemas.microsoft.com/office/drawing/2014/main" id="{45A7E964-27B1-30FC-2FE4-B0B7635CFC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062" y="3542805"/>
            <a:ext cx="1561895" cy="145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30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6C2E737B-B04F-B50A-C0A4-CB9C485C55EB}"/>
              </a:ext>
            </a:extLst>
          </p:cNvPr>
          <p:cNvSpPr txBox="1"/>
          <p:nvPr/>
        </p:nvSpPr>
        <p:spPr>
          <a:xfrm>
            <a:off x="0" y="1145993"/>
            <a:ext cx="9144000" cy="21544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6000" b="1">
                <a:solidFill>
                  <a:schemeClr val="tx1">
                    <a:lumMod val="20000"/>
                    <a:lumOff val="80000"/>
                  </a:schemeClr>
                </a:solidFill>
              </a:rPr>
              <a:t>Now let’s check out</a:t>
            </a:r>
            <a:endParaRPr lang="bg-BG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sz="60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 the project</a:t>
            </a:r>
            <a:endParaRPr lang="en-US" dirty="0">
              <a:solidFill>
                <a:schemeClr val="tx1">
                  <a:lumMod val="20000"/>
                  <a:lumOff val="80000"/>
                </a:schemeClr>
              </a:solidFill>
            </a:endParaRPr>
          </a:p>
          <a:p>
            <a:pPr algn="ctr"/>
            <a:endParaRPr lang="en-US" sz="1400" b="1" dirty="0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48393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</TotalTime>
  <Words>67</Words>
  <Application>Microsoft Office PowerPoint</Application>
  <PresentationFormat>On-screen Show (16:9)</PresentationFormat>
  <Paragraphs>10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Wingdings 3</vt:lpstr>
      <vt:lpstr>Segoe UI Light</vt:lpstr>
      <vt:lpstr>Century Gothic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Home</dc:creator>
  <cp:lastModifiedBy>Николай И. Иванов</cp:lastModifiedBy>
  <cp:revision>9</cp:revision>
  <dcterms:modified xsi:type="dcterms:W3CDTF">2025-12-08T20:57:20Z</dcterms:modified>
</cp:coreProperties>
</file>